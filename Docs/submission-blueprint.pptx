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Derived from the user-supplied 2025 template. Six content slides and original heading families/pointers preserved. 2026 applicability, SIH2171 identity and registered details require verification. This is an editable blueprint, not a completed idea submission. See Docs/template-audit.md.</a:t>
            </a: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Derived from the user-supplied 2025 template. Six content slides and original heading families/pointers preserved. 2026 applicability, SIH2171 identity and registered details require verification. This is an editable blueprint, not a completed idea submission. See Docs/template-audit.md.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Derived from the user-supplied 2025 template. Six content slides and original heading families/pointers preserved. 2026 applicability, SIH2171 identity and registered details require verification. This is an editable blueprint, not a completed idea submission. See Docs/template-audit.md.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Derived from the user-supplied 2025 template. Six content slides and original heading families/pointers preserved. 2026 applicability, SIH2171 identity and registered details require verification. This is an editable blueprint, not a completed idea submission. See Docs/template-audit.md.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Derived from the user-supplied 2025 template. Six content slides and original heading families/pointers preserved. 2026 applicability, SIH2171 identity and registered details require verification. This is an editable blueprint, not a completed idea submission. See Docs/template-audit.md.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Derived from the user-supplied 2025 template. Six content slides and original heading families/pointers preserved. 2026 applicability, SIH2171 identity and registered details require verification. This is an editable blueprint, not a completed idea submission. See Docs/template-audit.md.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6/26/2025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6/26/2025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t>SMART INDIA HACKATHON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000">
                <a:solidFill>
                  <a:srgbClr val="15211F"/>
                </a:solidFill>
                <a:latin typeface="Arial"/>
              </a:defRPr>
            </a:pPr>
          </a:p>
          <a:p>
            <a:pPr>
              <a:defRPr sz="2000">
                <a:solidFill>
                  <a:srgbClr val="15211F"/>
                </a:solidFill>
                <a:latin typeface="Arial"/>
              </a:defRPr>
            </a:pPr>
            <a:r>
              <a:t>Problem Statement ID – SIH2171 (unverified)</a:t>
            </a:r>
          </a:p>
          <a:p>
            <a:pPr>
              <a:defRPr sz="2000">
                <a:solidFill>
                  <a:srgbClr val="15211F"/>
                </a:solidFill>
                <a:latin typeface="Arial"/>
              </a:defRPr>
            </a:pPr>
            <a:r>
              <a:t>Problem Statement Title – pending official source</a:t>
            </a:r>
          </a:p>
          <a:p>
            <a:pPr>
              <a:defRPr sz="2000">
                <a:solidFill>
                  <a:srgbClr val="15211F"/>
                </a:solidFill>
                <a:latin typeface="Arial"/>
              </a:defRPr>
            </a:pPr>
            <a:r>
              <a:t>Theme – unverified</a:t>
            </a:r>
          </a:p>
          <a:p>
            <a:pPr>
              <a:defRPr sz="2000">
                <a:solidFill>
                  <a:srgbClr val="15211F"/>
                </a:solidFill>
                <a:latin typeface="Arial"/>
              </a:defRPr>
            </a:pPr>
            <a:r>
              <a:t>PS Category – unverified</a:t>
            </a:r>
          </a:p>
          <a:p>
            <a:pPr>
              <a:defRPr sz="2000">
                <a:solidFill>
                  <a:srgbClr val="15211F"/>
                </a:solidFill>
                <a:latin typeface="Arial"/>
              </a:defRPr>
            </a:pPr>
            <a:r>
              <a:t>Team ID – not supplied</a:t>
            </a:r>
          </a:p>
          <a:p>
            <a:pPr>
              <a:defRPr sz="2000">
                <a:solidFill>
                  <a:srgbClr val="15211F"/>
                </a:solidFill>
                <a:latin typeface="Arial"/>
              </a:defRPr>
            </a:pPr>
            <a:r>
              <a:t>Team Name (Registered on portal) – not supplied</a:t>
            </a: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TextBox 1026"/>
          <p:cNvSpPr txBox="1"/>
          <p:nvPr/>
        </p:nvSpPr>
        <p:spPr>
          <a:xfrm>
            <a:off x="640080" y="5806440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9F271D"/>
                </a:solidFill>
                <a:latin typeface="Arial"/>
              </a:defRPr>
            </a:pPr>
            <a:r>
              <a:t>PREPARATION BLUEPRINT — NOT SUBMISSION 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640080" y="1691640"/>
            <a:ext cx="10881360" cy="4160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5211F"/>
                </a:solidFill>
                <a:latin typeface="Arial"/>
              </a:defRPr>
            </a:pPr>
            <a:r>
              <a:t>Proposed Solution (Describe your Idea/Solution/Prototype)</a:t>
            </a:r>
          </a:p>
          <a:p>
            <a:pPr>
              <a:defRPr sz="2200">
                <a:solidFill>
                  <a:srgbClr val="15211F"/>
                </a:solidFill>
                <a:latin typeface="Arial"/>
              </a:defRPr>
            </a:pPr>
            <a:r>
              <a:t>PENDING: verify the official problem before defining a solution.</a:t>
            </a:r>
          </a:p>
          <a:p>
            <a:pPr>
              <a:defRPr sz="2200">
                <a:solidFill>
                  <a:srgbClr val="15211F"/>
                </a:solidFill>
                <a:latin typeface="Arial"/>
              </a:defRPr>
            </a:pPr>
          </a:p>
          <a:p>
            <a:pPr>
              <a:defRPr sz="2200">
                <a:solidFill>
                  <a:srgbClr val="15211F"/>
                </a:solidFill>
                <a:latin typeface="Arial"/>
              </a:defRPr>
            </a:pPr>
            <a:r>
              <a:t>Detailed explanation of the proposed solution</a:t>
            </a:r>
          </a:p>
          <a:p>
            <a:pPr>
              <a:defRPr sz="2200">
                <a:solidFill>
                  <a:srgbClr val="15211F"/>
                </a:solidFill>
                <a:latin typeface="Arial"/>
              </a:defRPr>
            </a:pPr>
            <a:r>
              <a:t>How it addresses the problem</a:t>
            </a:r>
          </a:p>
          <a:p>
            <a:pPr>
              <a:defRPr sz="2200">
                <a:solidFill>
                  <a:srgbClr val="15211F"/>
                </a:solidFill>
                <a:latin typeface="Arial"/>
              </a:defRPr>
            </a:pPr>
            <a:r>
              <a:t>Innovation and uniqueness of the solution</a:t>
            </a:r>
          </a:p>
          <a:p>
            <a:pPr>
              <a:defRPr sz="2200">
                <a:solidFill>
                  <a:srgbClr val="15211F"/>
                </a:solidFill>
                <a:latin typeface="Arial"/>
              </a:defRPr>
            </a:pPr>
            <a:r>
              <a:t>PENDING: requirements, mechanism and baseline comparison.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>
              <a:defRPr sz="1000">
                <a:solidFill>
                  <a:srgbClr val="15211F"/>
                </a:solidFill>
                <a:latin typeface="Arial"/>
              </a:defRPr>
            </a:pPr>
            <a:r>
              <a:t>TEAM NAME</a:t>
            </a:r>
          </a:p>
          <a:p>
            <a:pPr>
              <a:defRPr sz="1000">
                <a:solidFill>
                  <a:srgbClr val="15211F"/>
                </a:solidFill>
                <a:latin typeface="Arial"/>
              </a:defRPr>
            </a:pPr>
            <a:r>
              <a:t>PENDING</a:t>
            </a:r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363" name="TextBox 15362"/>
          <p:cNvSpPr txBox="1"/>
          <p:nvPr/>
        </p:nvSpPr>
        <p:spPr>
          <a:xfrm>
            <a:off x="640080" y="5806440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9F271D"/>
                </a:solidFill>
                <a:latin typeface="Arial"/>
              </a:defRPr>
            </a:pPr>
            <a:r>
              <a:t>PREPARATION BLUEPRINT — NOT SUBMISSION READY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40080" y="1691640"/>
            <a:ext cx="10881360" cy="4160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5211F"/>
                </a:solidFill>
                <a:latin typeface="Arial"/>
              </a:defRPr>
            </a:pPr>
            <a:r>
              <a:t>Technologies to be used (e.g. programming languages, frameworks, hardware)</a:t>
            </a:r>
          </a:p>
          <a:p>
            <a:pPr>
              <a:defRPr sz="2200">
                <a:solidFill>
                  <a:srgbClr val="15211F"/>
                </a:solidFill>
                <a:latin typeface="Arial"/>
              </a:defRPr>
            </a:pPr>
            <a:r>
              <a:t>PROVISIONAL: React / TypeScript + Node; database only if required.</a:t>
            </a:r>
          </a:p>
          <a:p>
            <a:pPr>
              <a:defRPr sz="2200">
                <a:solidFill>
                  <a:srgbClr val="15211F"/>
                </a:solidFill>
                <a:latin typeface="Arial"/>
              </a:defRPr>
            </a:pPr>
          </a:p>
          <a:p>
            <a:pPr>
              <a:defRPr sz="2200">
                <a:solidFill>
                  <a:srgbClr val="15211F"/>
                </a:solidFill>
                <a:latin typeface="Arial"/>
              </a:defRPr>
            </a:pPr>
            <a:r>
              <a:t>Methodology and process for implementation (Flow Charts/Images/working prototype)</a:t>
            </a:r>
          </a:p>
          <a:p>
            <a:pPr>
              <a:defRPr sz="2200">
                <a:solidFill>
                  <a:srgbClr val="15211F"/>
                </a:solidFill>
                <a:latin typeface="Arial"/>
              </a:defRPr>
            </a:pPr>
            <a:r>
              <a:t>Verify statement → freeze flows → build → test → demonstrate.</a:t>
            </a:r>
          </a:p>
          <a:p>
            <a:pPr>
              <a:defRPr sz="2200">
                <a:solidFill>
                  <a:srgbClr val="15211F"/>
                </a:solidFill>
                <a:latin typeface="Arial"/>
              </a:defRPr>
            </a:pPr>
            <a:r>
              <a:t>No domain prototype has been implemented.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>
              <a:defRPr sz="1000">
                <a:solidFill>
                  <a:srgbClr val="15211F"/>
                </a:solidFill>
                <a:latin typeface="Arial"/>
              </a:defRPr>
            </a:pPr>
            <a:r>
              <a:t>TEAM NAME</a:t>
            </a:r>
          </a:p>
          <a:p>
            <a:pPr>
              <a:defRPr sz="1000">
                <a:solidFill>
                  <a:srgbClr val="15211F"/>
                </a:solidFill>
                <a:latin typeface="Arial"/>
              </a:defRPr>
            </a:pPr>
            <a:r>
              <a:t>PENDING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1" name="TextBox 17410"/>
          <p:cNvSpPr txBox="1"/>
          <p:nvPr/>
        </p:nvSpPr>
        <p:spPr>
          <a:xfrm>
            <a:off x="640080" y="5806440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9F271D"/>
                </a:solidFill>
                <a:latin typeface="Arial"/>
              </a:defRPr>
            </a:pPr>
            <a:r>
              <a:t>PREPARATION BLUEPRINT — NOT SUBMISSION READY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40080" y="1691640"/>
            <a:ext cx="10881360" cy="4160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5211F"/>
                </a:solidFill>
                <a:latin typeface="Arial"/>
              </a:defRPr>
            </a:pPr>
            <a:r>
              <a:t>Analysis of the feasibility of the idea</a:t>
            </a:r>
          </a:p>
          <a:p>
            <a:pPr>
              <a:defRPr sz="2200">
                <a:solidFill>
                  <a:srgbClr val="15211F"/>
                </a:solidFill>
                <a:latin typeface="Arial"/>
              </a:defRPr>
            </a:pPr>
            <a:r>
              <a:t>PENDING: official constraints and data availability.</a:t>
            </a:r>
          </a:p>
          <a:p>
            <a:pPr>
              <a:defRPr sz="2200">
                <a:solidFill>
                  <a:srgbClr val="15211F"/>
                </a:solidFill>
                <a:latin typeface="Arial"/>
              </a:defRPr>
            </a:pPr>
            <a:r>
              <a:t>Potential challenges and risks</a:t>
            </a:r>
          </a:p>
          <a:p>
            <a:pPr>
              <a:defRPr sz="2200">
                <a:solidFill>
                  <a:srgbClr val="15211F"/>
                </a:solidFill>
                <a:latin typeface="Arial"/>
              </a:defRPr>
            </a:pPr>
            <a:r>
              <a:t>Unverified ID; unknown domain scope; three-day delivery window.</a:t>
            </a:r>
          </a:p>
          <a:p>
            <a:pPr>
              <a:defRPr sz="2200">
                <a:solidFill>
                  <a:srgbClr val="15211F"/>
                </a:solidFill>
                <a:latin typeface="Arial"/>
              </a:defRPr>
            </a:pPr>
            <a:r>
              <a:t>Strategies for overcoming these challenges</a:t>
            </a:r>
          </a:p>
          <a:p>
            <a:pPr>
              <a:defRPr sz="2200">
                <a:solidFill>
                  <a:srgbClr val="15211F"/>
                </a:solidFill>
                <a:latin typeface="Arial"/>
              </a:defRPr>
            </a:pPr>
            <a:r>
              <a:t>Resolve source identity; one vertical slice; deterministic demo fallback.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>
              <a:defRPr sz="1000">
                <a:solidFill>
                  <a:srgbClr val="15211F"/>
                </a:solidFill>
                <a:latin typeface="Arial"/>
              </a:defRPr>
            </a:pPr>
            <a:r>
              <a:t>TEAM NAME</a:t>
            </a:r>
          </a:p>
          <a:p>
            <a:pPr>
              <a:defRPr sz="1000">
                <a:solidFill>
                  <a:srgbClr val="15211F"/>
                </a:solidFill>
                <a:latin typeface="Arial"/>
              </a:defRPr>
            </a:pPr>
            <a:r>
              <a:t>PENDING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1" name="TextBox 17410"/>
          <p:cNvSpPr txBox="1"/>
          <p:nvPr/>
        </p:nvSpPr>
        <p:spPr>
          <a:xfrm>
            <a:off x="640080" y="5806440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9F271D"/>
                </a:solidFill>
                <a:latin typeface="Arial"/>
              </a:defRPr>
            </a:pPr>
            <a:r>
              <a:t>PREPARATION BLUEPRINT — NOT SUBMISSION READY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40080" y="1691640"/>
            <a:ext cx="10881360" cy="4160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5211F"/>
                </a:solidFill>
                <a:latin typeface="Arial"/>
              </a:defRPr>
            </a:pPr>
            <a:r>
              <a:t>Potential impact on the target audience</a:t>
            </a:r>
          </a:p>
          <a:p>
            <a:pPr>
              <a:defRPr sz="2200">
                <a:solidFill>
                  <a:srgbClr val="15211F"/>
                </a:solidFill>
                <a:latin typeface="Arial"/>
              </a:defRPr>
            </a:pPr>
            <a:r>
              <a:t>PENDING: verified beneficiary, baseline and measurable outcome.</a:t>
            </a:r>
          </a:p>
          <a:p>
            <a:pPr>
              <a:defRPr sz="2200">
                <a:solidFill>
                  <a:srgbClr val="15211F"/>
                </a:solidFill>
                <a:latin typeface="Arial"/>
              </a:defRPr>
            </a:pPr>
            <a:r>
              <a:t>Benefits of the solution (social, economic, environmental, etc.)</a:t>
            </a:r>
          </a:p>
          <a:p>
            <a:pPr>
              <a:defRPr sz="2200">
                <a:solidFill>
                  <a:srgbClr val="15211F"/>
                </a:solidFill>
                <a:latin typeface="Arial"/>
              </a:defRPr>
            </a:pPr>
            <a:r>
              <a:t>PENDING: domain-specific comparison and pilot evidence.</a:t>
            </a:r>
          </a:p>
          <a:p>
            <a:pPr>
              <a:defRPr sz="2200">
                <a:solidFill>
                  <a:srgbClr val="15211F"/>
                </a:solidFill>
                <a:latin typeface="Arial"/>
              </a:defRPr>
            </a:pPr>
            <a:r>
              <a:t>No impact percentages or achieved benefits are claimed.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>
              <a:defRPr sz="1000">
                <a:solidFill>
                  <a:srgbClr val="15211F"/>
                </a:solidFill>
                <a:latin typeface="Arial"/>
              </a:defRPr>
            </a:pPr>
            <a:r>
              <a:t>TEAM NAME</a:t>
            </a:r>
          </a:p>
          <a:p>
            <a:pPr>
              <a:defRPr sz="1000">
                <a:solidFill>
                  <a:srgbClr val="15211F"/>
                </a:solidFill>
                <a:latin typeface="Arial"/>
              </a:defRPr>
            </a:pPr>
            <a:r>
              <a:t>PENDING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1" name="TextBox 17410"/>
          <p:cNvSpPr txBox="1"/>
          <p:nvPr/>
        </p:nvSpPr>
        <p:spPr>
          <a:xfrm>
            <a:off x="640080" y="5806440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9F271D"/>
                </a:solidFill>
                <a:latin typeface="Arial"/>
              </a:defRPr>
            </a:pPr>
            <a:r>
              <a:t>PREPARATION BLUEPRINT — NOT SUBMISSION READY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40080" y="1691640"/>
            <a:ext cx="10881360" cy="4160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5211F"/>
                </a:solidFill>
                <a:latin typeface="Arial"/>
              </a:defRPr>
            </a:pPr>
            <a:r>
              <a:t>Details / Links of the reference and research work</a:t>
            </a:r>
          </a:p>
          <a:p>
            <a:pPr>
              <a:defRPr sz="1900">
                <a:solidFill>
                  <a:srgbClr val="15211F"/>
                </a:solidFill>
                <a:latin typeface="Arial"/>
              </a:defRPr>
            </a:pPr>
            <a:r>
              <a:t>Official catalogue: https://sih.gov.in/sih2026PS (identity unresolved)</a:t>
            </a:r>
          </a:p>
          <a:p>
            <a:pPr>
              <a:defRPr sz="1900">
                <a:solidFill>
                  <a:srgbClr val="15211F"/>
                </a:solidFill>
                <a:latin typeface="Arial"/>
              </a:defRPr>
            </a:pPr>
            <a:r>
              <a:t>Historical criteria: https://sih.gov.in/letters/Guidelines-College-SPOC.pdf</a:t>
            </a:r>
          </a:p>
          <a:p>
            <a:pPr>
              <a:defRPr sz="1900">
                <a:solidFill>
                  <a:srgbClr val="15211F"/>
                </a:solidFill>
                <a:latin typeface="Arial"/>
              </a:defRPr>
            </a:pPr>
            <a:r>
              <a:t>Winner evidence: https://www.mathworks.com/academia/students/competitions/hackathons/winners.html</a:t>
            </a:r>
          </a:p>
          <a:p>
            <a:pPr>
              <a:defRPr sz="1900">
                <a:solidFill>
                  <a:srgbClr val="15211F"/>
                </a:solidFill>
                <a:latin typeface="Arial"/>
              </a:defRPr>
            </a:pPr>
            <a:r>
              <a:t>Domain literature: pending verified problem.</a:t>
            </a:r>
          </a:p>
          <a:p>
            <a:pPr>
              <a:defRPr sz="1900">
                <a:solidFill>
                  <a:srgbClr val="15211F"/>
                </a:solidFill>
                <a:latin typeface="Arial"/>
              </a:defRPr>
            </a:pPr>
            <a:r>
              <a:t>Source register and access limits: Raw/competition-sources.json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>
              <a:defRPr sz="1000">
                <a:solidFill>
                  <a:srgbClr val="15211F"/>
                </a:solidFill>
                <a:latin typeface="Arial"/>
              </a:defRPr>
            </a:pPr>
            <a:r>
              <a:t>TEAM NAME</a:t>
            </a:r>
          </a:p>
          <a:p>
            <a:pPr>
              <a:defRPr sz="1000">
                <a:solidFill>
                  <a:srgbClr val="15211F"/>
                </a:solidFill>
                <a:latin typeface="Arial"/>
              </a:defRPr>
            </a:pPr>
            <a:r>
              <a:t>PENDING</a:t>
            </a: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1" name="TextBox 17410"/>
          <p:cNvSpPr txBox="1"/>
          <p:nvPr/>
        </p:nvSpPr>
        <p:spPr>
          <a:xfrm>
            <a:off x="640080" y="5806440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9F271D"/>
                </a:solidFill>
                <a:latin typeface="Arial"/>
              </a:defRPr>
            </a:pPr>
            <a:r>
              <a:t>PREPARATION BLUEPRINT — NOT SUBMISSION READY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7487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SIH2171 | Six-slide submission blueprint | NOT SUBMISSION READY</dc:title>
  <dc:subject/>
  <dc:creator>Crowdfunder</dc:creator>
  <cp:keywords/>
  <dc:description/>
  <cp:lastModifiedBy>Aicte</cp:lastModifiedBy>
  <cp:revision>147</cp:revision>
  <dcterms:created xsi:type="dcterms:W3CDTF">2013-12-12T18:46:50Z</dcterms:created>
  <dcterms:modified xsi:type="dcterms:W3CDTF">2025-06-26T06:39:00Z</dcterms:modified>
  <cp:category/>
</cp:coreProperties>
</file>